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9" r:id="rId4"/>
    <p:sldId id="267" r:id="rId5"/>
    <p:sldId id="268" r:id="rId6"/>
    <p:sldId id="271" r:id="rId7"/>
    <p:sldId id="272" r:id="rId8"/>
    <p:sldId id="273" r:id="rId9"/>
    <p:sldId id="270" r:id="rId10"/>
    <p:sldId id="274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5636FC-6365-4246-8956-10251BF1F714}" v="6" dt="2025-11-26T11:05:34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 Bouschen" userId="bb7f6251309a612a" providerId="LiveId" clId="{9C1230F0-2B78-4059-BA77-97F60739BB25}"/>
    <pc:docChg chg="undo custSel addSld delSld modSld sldOrd">
      <pc:chgData name="Kira Bouschen" userId="bb7f6251309a612a" providerId="LiveId" clId="{9C1230F0-2B78-4059-BA77-97F60739BB25}" dt="2025-11-26T11:24:29.622" v="826" actId="20577"/>
      <pc:docMkLst>
        <pc:docMk/>
      </pc:docMkLst>
      <pc:sldChg chg="modSp mod">
        <pc:chgData name="Kira Bouschen" userId="bb7f6251309a612a" providerId="LiveId" clId="{9C1230F0-2B78-4059-BA77-97F60739BB25}" dt="2025-11-26T11:22:46.774" v="700" actId="790"/>
        <pc:sldMkLst>
          <pc:docMk/>
          <pc:sldMk cId="186888903" sldId="256"/>
        </pc:sldMkLst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186888903" sldId="256"/>
            <ac:spMk id="2" creationId="{998B56C2-5652-5242-C3DF-9F2BBF29FE8E}"/>
          </ac:spMkLst>
        </pc:spChg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186888903" sldId="256"/>
            <ac:spMk id="3" creationId="{B4BF8517-7672-51B0-89F6-5C3C3433BDA5}"/>
          </ac:spMkLst>
        </pc:spChg>
      </pc:sldChg>
      <pc:sldChg chg="modSp del mod">
        <pc:chgData name="Kira Bouschen" userId="bb7f6251309a612a" providerId="LiveId" clId="{9C1230F0-2B78-4059-BA77-97F60739BB25}" dt="2025-11-26T11:04:01.991" v="513" actId="47"/>
        <pc:sldMkLst>
          <pc:docMk/>
          <pc:sldMk cId="2796916922" sldId="262"/>
        </pc:sldMkLst>
        <pc:spChg chg="mod">
          <ac:chgData name="Kira Bouschen" userId="bb7f6251309a612a" providerId="LiveId" clId="{9C1230F0-2B78-4059-BA77-97F60739BB25}" dt="2025-11-26T10:28:44.687" v="267" actId="790"/>
          <ac:spMkLst>
            <pc:docMk/>
            <pc:sldMk cId="2796916922" sldId="262"/>
            <ac:spMk id="2" creationId="{1FD6382F-E6F8-4B9F-63EF-DF01875EE13B}"/>
          </ac:spMkLst>
        </pc:spChg>
        <pc:spChg chg="mod">
          <ac:chgData name="Kira Bouschen" userId="bb7f6251309a612a" providerId="LiveId" clId="{9C1230F0-2B78-4059-BA77-97F60739BB25}" dt="2025-11-26T10:28:44.687" v="267" actId="790"/>
          <ac:spMkLst>
            <pc:docMk/>
            <pc:sldMk cId="2796916922" sldId="262"/>
            <ac:spMk id="5" creationId="{ECEC4462-6870-3C69-C49C-0AF40A6EED9F}"/>
          </ac:spMkLst>
        </pc:spChg>
      </pc:sldChg>
      <pc:sldChg chg="modSp mod">
        <pc:chgData name="Kira Bouschen" userId="bb7f6251309a612a" providerId="LiveId" clId="{9C1230F0-2B78-4059-BA77-97F60739BB25}" dt="2025-11-26T11:22:46.774" v="700" actId="790"/>
        <pc:sldMkLst>
          <pc:docMk/>
          <pc:sldMk cId="2405272738" sldId="264"/>
        </pc:sldMkLst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2405272738" sldId="264"/>
            <ac:spMk id="2" creationId="{EF2053BF-6F64-7538-FE1B-3ADA2A18CF65}"/>
          </ac:spMkLst>
        </pc:spChg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2405272738" sldId="264"/>
            <ac:spMk id="3" creationId="{27E69141-7A3F-00E6-5DC0-BEF9596916DB}"/>
          </ac:spMkLst>
        </pc:spChg>
      </pc:sldChg>
      <pc:sldChg chg="addSp delSp modSp mod setBg">
        <pc:chgData name="Kira Bouschen" userId="bb7f6251309a612a" providerId="LiveId" clId="{9C1230F0-2B78-4059-BA77-97F60739BB25}" dt="2025-11-26T11:22:46.774" v="700" actId="790"/>
        <pc:sldMkLst>
          <pc:docMk/>
          <pc:sldMk cId="198527768" sldId="267"/>
        </pc:sldMkLst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198527768" sldId="267"/>
            <ac:spMk id="4" creationId="{7587C501-1282-B2F4-1EFE-D6202A145B84}"/>
          </ac:spMkLst>
        </pc:spChg>
        <pc:picChg chg="add mod">
          <ac:chgData name="Kira Bouschen" userId="bb7f6251309a612a" providerId="LiveId" clId="{9C1230F0-2B78-4059-BA77-97F60739BB25}" dt="2025-11-23T13:21:41.936" v="16" actId="1076"/>
          <ac:picMkLst>
            <pc:docMk/>
            <pc:sldMk cId="198527768" sldId="267"/>
            <ac:picMk id="7" creationId="{A71D2C4A-F7DE-C779-80E7-EB9E09BDE783}"/>
          </ac:picMkLst>
        </pc:picChg>
      </pc:sldChg>
      <pc:sldChg chg="addSp delSp modSp add mod">
        <pc:chgData name="Kira Bouschen" userId="bb7f6251309a612a" providerId="LiveId" clId="{9C1230F0-2B78-4059-BA77-97F60739BB25}" dt="2025-11-26T11:22:46.774" v="700" actId="790"/>
        <pc:sldMkLst>
          <pc:docMk/>
          <pc:sldMk cId="1337006322" sldId="268"/>
        </pc:sldMkLst>
        <pc:spChg chg="add mod">
          <ac:chgData name="Kira Bouschen" userId="bb7f6251309a612a" providerId="LiveId" clId="{9C1230F0-2B78-4059-BA77-97F60739BB25}" dt="2025-11-26T11:22:46.774" v="700" actId="790"/>
          <ac:spMkLst>
            <pc:docMk/>
            <pc:sldMk cId="1337006322" sldId="268"/>
            <ac:spMk id="8" creationId="{6192F832-4751-4CB7-A634-61C29A2862DB}"/>
          </ac:spMkLst>
        </pc:spChg>
        <pc:picChg chg="add mod">
          <ac:chgData name="Kira Bouschen" userId="bb7f6251309a612a" providerId="LiveId" clId="{9C1230F0-2B78-4059-BA77-97F60739BB25}" dt="2025-11-23T13:22:33.143" v="20" actId="1076"/>
          <ac:picMkLst>
            <pc:docMk/>
            <pc:sldMk cId="1337006322" sldId="268"/>
            <ac:picMk id="3" creationId="{D11A05B3-3BF3-6B3B-E8C5-4CCA2498D9C0}"/>
          </ac:picMkLst>
        </pc:picChg>
      </pc:sldChg>
      <pc:sldChg chg="addSp modSp new mod ord modClrScheme chgLayout">
        <pc:chgData name="Kira Bouschen" userId="bb7f6251309a612a" providerId="LiveId" clId="{9C1230F0-2B78-4059-BA77-97F60739BB25}" dt="2025-11-26T11:22:46.774" v="700" actId="790"/>
        <pc:sldMkLst>
          <pc:docMk/>
          <pc:sldMk cId="2113285292" sldId="269"/>
        </pc:sldMkLst>
        <pc:spChg chg="mod ord">
          <ac:chgData name="Kira Bouschen" userId="bb7f6251309a612a" providerId="LiveId" clId="{9C1230F0-2B78-4059-BA77-97F60739BB25}" dt="2025-11-26T11:22:46.774" v="700" actId="790"/>
          <ac:spMkLst>
            <pc:docMk/>
            <pc:sldMk cId="2113285292" sldId="269"/>
            <ac:spMk id="2" creationId="{E49E3E6C-CCE5-DA48-8E99-7D4FFC45257F}"/>
          </ac:spMkLst>
        </pc:spChg>
        <pc:spChg chg="add mod ord">
          <ac:chgData name="Kira Bouschen" userId="bb7f6251309a612a" providerId="LiveId" clId="{9C1230F0-2B78-4059-BA77-97F60739BB25}" dt="2025-11-26T11:22:46.774" v="700" actId="790"/>
          <ac:spMkLst>
            <pc:docMk/>
            <pc:sldMk cId="2113285292" sldId="269"/>
            <ac:spMk id="3" creationId="{78F5AF5D-C468-3720-68E8-CB256B5B748F}"/>
          </ac:spMkLst>
        </pc:spChg>
      </pc:sldChg>
      <pc:sldChg chg="addSp delSp modSp new mod setBg modClrScheme chgLayout">
        <pc:chgData name="Kira Bouschen" userId="bb7f6251309a612a" providerId="LiveId" clId="{9C1230F0-2B78-4059-BA77-97F60739BB25}" dt="2025-11-26T11:22:46.774" v="700" actId="790"/>
        <pc:sldMkLst>
          <pc:docMk/>
          <pc:sldMk cId="2893862644" sldId="270"/>
        </pc:sldMkLst>
        <pc:spChg chg="del mod ord">
          <ac:chgData name="Kira Bouschen" userId="bb7f6251309a612a" providerId="LiveId" clId="{9C1230F0-2B78-4059-BA77-97F60739BB25}" dt="2025-11-26T10:28:19.791" v="224" actId="700"/>
          <ac:spMkLst>
            <pc:docMk/>
            <pc:sldMk cId="2893862644" sldId="270"/>
            <ac:spMk id="2" creationId="{F3DDCAE4-1562-DD35-AB64-72B6925A1F63}"/>
          </ac:spMkLst>
        </pc:spChg>
        <pc:spChg chg="add mod ord">
          <ac:chgData name="Kira Bouschen" userId="bb7f6251309a612a" providerId="LiveId" clId="{9C1230F0-2B78-4059-BA77-97F60739BB25}" dt="2025-11-26T11:22:46.774" v="700" actId="790"/>
          <ac:spMkLst>
            <pc:docMk/>
            <pc:sldMk cId="2893862644" sldId="270"/>
            <ac:spMk id="3" creationId="{36C6382A-367B-2BF7-676C-A2BFD88897AE}"/>
          </ac:spMkLst>
        </pc:spChg>
        <pc:spChg chg="add mod ord">
          <ac:chgData name="Kira Bouschen" userId="bb7f6251309a612a" providerId="LiveId" clId="{9C1230F0-2B78-4059-BA77-97F60739BB25}" dt="2025-11-26T11:22:46.774" v="700" actId="790"/>
          <ac:spMkLst>
            <pc:docMk/>
            <pc:sldMk cId="2893862644" sldId="270"/>
            <ac:spMk id="4" creationId="{610FF15F-FE1B-63C5-0333-B5113D8E7D4E}"/>
          </ac:spMkLst>
        </pc:spChg>
        <pc:spChg chg="add del">
          <ac:chgData name="Kira Bouschen" userId="bb7f6251309a612a" providerId="LiveId" clId="{9C1230F0-2B78-4059-BA77-97F60739BB25}" dt="2025-11-26T11:16:18.018" v="619" actId="26606"/>
          <ac:spMkLst>
            <pc:docMk/>
            <pc:sldMk cId="2893862644" sldId="270"/>
            <ac:spMk id="11" creationId="{7ED7575E-88D2-B771-681D-46A7E55415DD}"/>
          </ac:spMkLst>
        </pc:spChg>
        <pc:picChg chg="add del mod">
          <ac:chgData name="Kira Bouschen" userId="bb7f6251309a612a" providerId="LiveId" clId="{9C1230F0-2B78-4059-BA77-97F60739BB25}" dt="2025-11-26T11:16:18.815" v="620" actId="22"/>
          <ac:picMkLst>
            <pc:docMk/>
            <pc:sldMk cId="2893862644" sldId="270"/>
            <ac:picMk id="6" creationId="{B4579B63-A41D-FB11-064D-E6592976EDBE}"/>
          </ac:picMkLst>
        </pc:picChg>
        <pc:picChg chg="add mod">
          <ac:chgData name="Kira Bouschen" userId="bb7f6251309a612a" providerId="LiveId" clId="{9C1230F0-2B78-4059-BA77-97F60739BB25}" dt="2025-11-26T11:17:08.962" v="629" actId="14100"/>
          <ac:picMkLst>
            <pc:docMk/>
            <pc:sldMk cId="2893862644" sldId="270"/>
            <ac:picMk id="8" creationId="{A98AAA2E-C1E8-F882-5899-D5D70FBF31DB}"/>
          </ac:picMkLst>
        </pc:picChg>
        <pc:cxnChg chg="add del">
          <ac:chgData name="Kira Bouschen" userId="bb7f6251309a612a" providerId="LiveId" clId="{9C1230F0-2B78-4059-BA77-97F60739BB25}" dt="2025-11-26T11:16:18.018" v="619" actId="26606"/>
          <ac:cxnSpMkLst>
            <pc:docMk/>
            <pc:sldMk cId="2893862644" sldId="270"/>
            <ac:cxnSpMk id="13" creationId="{249EDD1B-F94D-B4E6-ACAA-566B9A26FDE3}"/>
          </ac:cxnSpMkLst>
        </pc:cxnChg>
      </pc:sldChg>
      <pc:sldChg chg="modSp new mod ord">
        <pc:chgData name="Kira Bouschen" userId="bb7f6251309a612a" providerId="LiveId" clId="{9C1230F0-2B78-4059-BA77-97F60739BB25}" dt="2025-11-26T11:22:46.774" v="700" actId="790"/>
        <pc:sldMkLst>
          <pc:docMk/>
          <pc:sldMk cId="1023258221" sldId="271"/>
        </pc:sldMkLst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1023258221" sldId="271"/>
            <ac:spMk id="2" creationId="{BEA5DF50-0F43-AC31-B8CF-E39A766AC739}"/>
          </ac:spMkLst>
        </pc:spChg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1023258221" sldId="271"/>
            <ac:spMk id="3" creationId="{E34806B9-AE62-E8D9-18B2-567C9D04B1E2}"/>
          </ac:spMkLst>
        </pc:spChg>
      </pc:sldChg>
      <pc:sldChg chg="modSp new mod ord">
        <pc:chgData name="Kira Bouschen" userId="bb7f6251309a612a" providerId="LiveId" clId="{9C1230F0-2B78-4059-BA77-97F60739BB25}" dt="2025-11-26T11:22:46.774" v="700" actId="790"/>
        <pc:sldMkLst>
          <pc:docMk/>
          <pc:sldMk cId="1968861096" sldId="272"/>
        </pc:sldMkLst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1968861096" sldId="272"/>
            <ac:spMk id="2" creationId="{4BF16266-8C19-EF61-A400-E942B5445871}"/>
          </ac:spMkLst>
        </pc:spChg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1968861096" sldId="272"/>
            <ac:spMk id="3" creationId="{04B0ACBD-2DB6-BC48-6AEE-7901B7BEFB5A}"/>
          </ac:spMkLst>
        </pc:spChg>
      </pc:sldChg>
      <pc:sldChg chg="modSp new mod ord">
        <pc:chgData name="Kira Bouschen" userId="bb7f6251309a612a" providerId="LiveId" clId="{9C1230F0-2B78-4059-BA77-97F60739BB25}" dt="2025-11-26T11:22:46.774" v="700" actId="790"/>
        <pc:sldMkLst>
          <pc:docMk/>
          <pc:sldMk cId="335402399" sldId="273"/>
        </pc:sldMkLst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335402399" sldId="273"/>
            <ac:spMk id="2" creationId="{A51E49B9-44EC-858D-83F5-B3625769F808}"/>
          </ac:spMkLst>
        </pc:spChg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335402399" sldId="273"/>
            <ac:spMk id="3" creationId="{30E25A47-004D-0E65-1E1B-A8644D842416}"/>
          </ac:spMkLst>
        </pc:spChg>
      </pc:sldChg>
      <pc:sldChg chg="modSp new mod">
        <pc:chgData name="Kira Bouschen" userId="bb7f6251309a612a" providerId="LiveId" clId="{9C1230F0-2B78-4059-BA77-97F60739BB25}" dt="2025-11-26T11:24:29.622" v="826" actId="20577"/>
        <pc:sldMkLst>
          <pc:docMk/>
          <pc:sldMk cId="3294764693" sldId="274"/>
        </pc:sldMkLst>
        <pc:spChg chg="mod">
          <ac:chgData name="Kira Bouschen" userId="bb7f6251309a612a" providerId="LiveId" clId="{9C1230F0-2B78-4059-BA77-97F60739BB25}" dt="2025-11-26T11:22:46.774" v="700" actId="790"/>
          <ac:spMkLst>
            <pc:docMk/>
            <pc:sldMk cId="3294764693" sldId="274"/>
            <ac:spMk id="2" creationId="{0F5C9CEF-B908-149A-747A-CF48BDDF5021}"/>
          </ac:spMkLst>
        </pc:spChg>
        <pc:spChg chg="mod">
          <ac:chgData name="Kira Bouschen" userId="bb7f6251309a612a" providerId="LiveId" clId="{9C1230F0-2B78-4059-BA77-97F60739BB25}" dt="2025-11-26T11:24:29.622" v="826" actId="20577"/>
          <ac:spMkLst>
            <pc:docMk/>
            <pc:sldMk cId="3294764693" sldId="274"/>
            <ac:spMk id="3" creationId="{7E49D086-BF93-E4FB-9AA0-96EAEEECB8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45B02-E026-41E6-9A89-0F44069B16AB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5D1B4-52F7-4447-B7CA-3F120E934A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6875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299A-87B3-EDB1-BDD8-7B23D79B2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4E60CD9-22C0-B358-F82F-6EE324B92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D519B57-D658-0FC3-0E4C-DDDB243C6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TL;DR:</a:t>
            </a:r>
            <a:r>
              <a:rPr lang="en-US" dirty="0">
                <a:effectLst/>
              </a:rPr>
              <a:t> Ranged AoE attack that drains enemy energy in a square pattern. Your code finds best target tile by counting nearby opponents.</a:t>
            </a:r>
          </a:p>
          <a:p>
            <a:r>
              <a:rPr lang="en-US" dirty="0" err="1">
                <a:effectLst/>
              </a:rPr>
              <a:t>Wiederholen</a:t>
            </a:r>
            <a:endParaRPr lang="en-US" dirty="0">
              <a:effectLst/>
            </a:endParaRP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4FCDE1-B431-F645-21F9-3062EAF08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5D1B4-52F7-4447-B7CA-3F120E934A6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5032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99A6C-ADD0-5AAF-5959-338EBCC88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37CE1EF-289C-9490-3B0D-3F0F4BB18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B5B27CA-05BD-0336-A82A-019E44D5F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TL;DR:</a:t>
            </a:r>
            <a:r>
              <a:rPr lang="en-US" dirty="0">
                <a:effectLst/>
              </a:rPr>
              <a:t> Ranged AoE attack that drains enemy energy in a square pattern. Your code finds best target tile by counting nearby opponents.</a:t>
            </a:r>
          </a:p>
          <a:p>
            <a:r>
              <a:rPr lang="en-US" dirty="0" err="1">
                <a:effectLst/>
              </a:rPr>
              <a:t>Wiederholen</a:t>
            </a:r>
            <a:endParaRPr lang="en-US" dirty="0">
              <a:effectLst/>
            </a:endParaRP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620F80-D4C5-139D-D644-CAD274297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5D1B4-52F7-4447-B7CA-3F120E934A6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8387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FACD70-4A04-47E8-42A7-A71A71099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6EE74E-54F0-B440-0666-9DC676600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B46DB1-9625-685B-1BF9-5A5E5AEA4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072A7C-9659-52BD-7CEF-6E9BE6EBF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F378C4-627B-E0D8-74DA-927D409F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2712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DBC2BC-3E92-12F8-9D10-188859D7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A74A9D-E435-7E56-F1C0-1E2DC5EC3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F7096D-C28A-C2F6-BA62-893DC4BF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446A67-587D-D912-68D4-8D48C718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3965D9-444C-1F2B-1842-D9B9A564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213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0FAC30-4B83-0184-0B96-96B2B658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C7C903-7562-0AA0-C33D-72476A404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C6DFA5-EA03-9A75-B8ED-6AAA7FA1B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D8980F-63DB-62E9-03BB-3B32039F2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01A561-D440-01F1-5271-9E2766D4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63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C120A-589C-2DB2-A65B-10F247B5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56210C-F0E0-2507-F5FF-22B53152B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96B6F2-37A6-290B-BB60-91753C872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5A3E189-D740-BB2E-74EC-37DA69E0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DA1783-E13A-02AA-BC4C-70DE04425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E06307-894D-1544-E4D0-62593A61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5342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74C23-BEFC-B497-8985-E088BBBB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93C83E-4083-19AD-9BCA-C3EE23B73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A0144C-152B-87A7-5B04-3AFE1D321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39A35C-7F50-CCA5-91FA-D875CA5275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A6A0FC5-5F97-D425-7E3A-E6753D9BB0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61BCB4C-4ADD-66D5-2EE9-40D4B9FC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444A03D-72E0-C21C-4A50-F9687FFB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7C93D12-C62A-1412-80BE-90768A05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1433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33BC3D-79F6-B130-A1F0-E7C927BFB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6F2D523-394C-116C-F4FF-F281CD59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28E3D1-052D-1341-3353-76B58049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70278C-543E-6DB3-EDD0-0A1A026A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2376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1AD633-4D24-3690-ACCF-D81D8CE8B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284D430-4D59-B692-87B9-E44BAD2A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51E1A6-11EB-B3CC-7989-CC9CB56DD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821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82031A-D451-BDAB-5D7A-1D72A426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AB1FB0-7F24-DFEF-9F16-D33C97339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20F066-2597-9919-E551-44E286565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818E6D-26AB-862B-C82C-6ABA0614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5FC059-28C6-4E03-FB1B-3F5641EE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953984-6A13-0B9D-AEC7-9C9A32AF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163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A4BEF-6F6A-F074-306C-C3A2D1DD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81EED61-D244-2714-B8EF-989195E4F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5E1651-3CB1-D41E-361A-6FAEFFAC8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68F52-F43D-A826-2A5D-E3306EE56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ECD6C6-8171-DDC6-3BD6-40908BD0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4A5F5E-AF83-1175-55EE-4DA288C4A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909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8BA48-3FDA-FD75-85D8-1B3E577E8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A3BB7D1-85C9-8FC6-692F-8A0FDECFF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28EB30-CBC4-006F-1CB6-6705418E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9C081E-5695-1312-FF77-6CC3BE9D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A8BA74-ADBA-A6AF-0AD7-5FEAD716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996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9C054C7-4A50-49D8-76AC-50A7DCF85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4AEB70B-151F-8E0D-4EFF-D4B42AEE4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FFE3D1-15ED-4CB1-92AB-B0844C44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05E056-608A-B428-1E26-222965003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A0DA05-D311-9DAD-F162-CC91D30B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82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F7B4729-2763-A112-4535-FBBCE2F66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3657E8-50CA-25AD-B3B1-097D9D35D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11F377-0311-AC6F-E547-C89808C22B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8EC160-61EF-4637-8B15-1FAB9EB94B6C}" type="datetimeFigureOut">
              <a:rPr lang="de-DE" smtClean="0"/>
              <a:t>23.11.2025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843EED-63CE-9F9A-8D9D-08EF0B06D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0364C9-0562-E6DE-B0E4-436E04F7F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9923A6-BA4B-4275-A0DE-4E94847DDE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3837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8B56C2-5652-5242-C3DF-9F2BBF29F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2 Angels for Charlie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4BF8517-7672-51B0-89F6-5C3C3433BD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888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053BF-6F64-7538-FE1B-3ADA2A18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Recap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E69141-7A3F-00E6-5DC0-BEF959691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Rule based approach </a:t>
            </a:r>
          </a:p>
          <a:p>
            <a:r>
              <a:rPr lang="en-US" noProof="0" dirty="0"/>
              <a:t>Based on that reinforcement learning </a:t>
            </a:r>
          </a:p>
        </p:txBody>
      </p:sp>
    </p:spTree>
    <p:extLst>
      <p:ext uri="{BB962C8B-B14F-4D97-AF65-F5344CB8AC3E}">
        <p14:creationId xmlns:p14="http://schemas.microsoft.com/office/powerpoint/2010/main" val="240527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E3E6C-CCE5-DA48-8E99-7D4FFC45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Testing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F5AF5D-C468-3720-68E8-CB256B5B7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Benchmark for each agent</a:t>
            </a:r>
          </a:p>
          <a:p>
            <a:r>
              <a:rPr lang="en-US" noProof="0" dirty="0"/>
              <a:t>Baseline is </a:t>
            </a:r>
            <a:r>
              <a:rPr lang="en-US" noProof="0" dirty="0" err="1"/>
              <a:t>DefaultAgent</a:t>
            </a:r>
            <a:endParaRPr lang="en-US" noProof="0" dirty="0"/>
          </a:p>
          <a:p>
            <a:r>
              <a:rPr lang="en-US" noProof="0" dirty="0"/>
              <a:t>20 games (with 3 matches) per agent</a:t>
            </a:r>
          </a:p>
          <a:p>
            <a:r>
              <a:rPr lang="en-US" noProof="0" dirty="0"/>
              <a:t>First </a:t>
            </a:r>
            <a:r>
              <a:rPr lang="en-US" noProof="0" dirty="0" err="1"/>
              <a:t>healthcheck</a:t>
            </a:r>
            <a:r>
              <a:rPr lang="en-US" noProof="0" dirty="0"/>
              <a:t>, then testing itself</a:t>
            </a:r>
          </a:p>
        </p:txBody>
      </p:sp>
    </p:spTree>
    <p:extLst>
      <p:ext uri="{BB962C8B-B14F-4D97-AF65-F5344CB8AC3E}">
        <p14:creationId xmlns:p14="http://schemas.microsoft.com/office/powerpoint/2010/main" val="211328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B506-3C8C-5A6A-7DB1-A6D9B9C5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587C501-1282-B2F4-1EFE-D6202A145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63875"/>
          </a:xfrm>
        </p:spPr>
        <p:txBody>
          <a:bodyPr>
            <a:normAutofit/>
          </a:bodyPr>
          <a:lstStyle/>
          <a:p>
            <a:r>
              <a:rPr lang="en-US" noProof="0" dirty="0"/>
              <a:t>Logging</a:t>
            </a:r>
            <a:br>
              <a:rPr lang="en-US" noProof="0" dirty="0"/>
            </a:br>
            <a:r>
              <a:rPr lang="en-US" noProof="0" dirty="0"/>
              <a:t>- Testing </a:t>
            </a:r>
            <a:br>
              <a:rPr lang="en-US" noProof="0" dirty="0"/>
            </a:br>
            <a:r>
              <a:rPr lang="en-US" noProof="0" dirty="0"/>
              <a:t>Agents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71D2C4A-F7DE-C779-80E7-EB9E09BDE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808" y="0"/>
            <a:ext cx="8028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B8C8E-E6FF-3DF8-B97B-1F6FCA66A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11A05B3-3BF3-6B3B-E8C5-4CCA2498D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876" y="0"/>
            <a:ext cx="8629924" cy="6858000"/>
          </a:xfrm>
          <a:prstGeom prst="rect">
            <a:avLst/>
          </a:prstGeom>
        </p:spPr>
      </p:pic>
      <p:sp>
        <p:nvSpPr>
          <p:cNvPr id="8" name="Titel 3">
            <a:extLst>
              <a:ext uri="{FF2B5EF4-FFF2-40B4-BE49-F238E27FC236}">
                <a16:creationId xmlns:a16="http://schemas.microsoft.com/office/drawing/2014/main" id="{6192F832-4751-4CB7-A634-61C29A2862D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3063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Logging</a:t>
            </a:r>
            <a:br>
              <a:rPr lang="en-US" noProof="0" dirty="0"/>
            </a:br>
            <a:r>
              <a:rPr lang="en-US" noProof="0" dirty="0"/>
              <a:t>- Testing </a:t>
            </a:r>
            <a:br>
              <a:rPr lang="en-US" noProof="0" dirty="0"/>
            </a:br>
            <a:r>
              <a:rPr lang="en-US" noProof="0" dirty="0"/>
              <a:t>Agents </a:t>
            </a:r>
          </a:p>
        </p:txBody>
      </p:sp>
    </p:spTree>
    <p:extLst>
      <p:ext uri="{BB962C8B-B14F-4D97-AF65-F5344CB8AC3E}">
        <p14:creationId xmlns:p14="http://schemas.microsoft.com/office/powerpoint/2010/main" val="1337006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A5DF50-0F43-AC31-B8CF-E39A766A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Checkpoints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4806B9-AE62-E8D9-18B2-567C9D04B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 err="1"/>
              <a:t>afc_dqn_selfplay.pth</a:t>
            </a:r>
            <a:r>
              <a:rPr lang="en-US" noProof="0" dirty="0"/>
              <a:t> (training - 60 games against itself)</a:t>
            </a:r>
            <a:br>
              <a:rPr lang="en-US" noProof="0" dirty="0"/>
            </a:br>
            <a:r>
              <a:rPr lang="en-US" noProof="0" dirty="0"/>
              <a:t>afc_dqn_v2.pth (training - 100 games with 20% and 79 games with 80% )</a:t>
            </a:r>
            <a:br>
              <a:rPr lang="en-US" noProof="0" dirty="0"/>
            </a:br>
            <a:r>
              <a:rPr lang="en-US" noProof="0" dirty="0"/>
              <a:t>afc_dqn_v2_1.pth (training - 100 games with 20% and 44 games with 80% )</a:t>
            </a:r>
            <a:br>
              <a:rPr lang="en-US" noProof="0" dirty="0"/>
            </a:br>
            <a:r>
              <a:rPr lang="en-US" noProof="0" dirty="0"/>
              <a:t>afc_dqn_v3.pth (training - 100 games with 20% and 132 games with 80% )</a:t>
            </a:r>
            <a:br>
              <a:rPr lang="en-US" noProof="0" dirty="0"/>
            </a:br>
            <a:r>
              <a:rPr lang="en-US" noProof="0" dirty="0"/>
              <a:t>afc_dqn_v3_1.pth (training - 100 games with 20% and 99 games with 80% )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afc_dqn_v4.pth (training - 200 games with 20%)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3258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F16266-8C19-EF61-A400-E942B544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Ranking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B0ACBD-2DB6-BC48-6AEE-7901B7BEF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Rank   Agent                                             Games    Wins   Win%     Avg Pts   </a:t>
            </a:r>
            <a:br>
              <a:rPr lang="en-US" noProof="0" dirty="0"/>
            </a:br>
            <a:r>
              <a:rPr lang="en-US" noProof="0" dirty="0"/>
              <a:t>──────────────────────────────────────────────────────────</a:t>
            </a:r>
            <a:br>
              <a:rPr lang="en-US" noProof="0" dirty="0"/>
            </a:br>
            <a:r>
              <a:rPr lang="en-US" noProof="0" dirty="0"/>
              <a:t>🥇 1   Agent5-DQN100-v2_1                     20       19       95.0%      66.8</a:t>
            </a:r>
            <a:br>
              <a:rPr lang="en-US" noProof="0" dirty="0"/>
            </a:br>
            <a:r>
              <a:rPr lang="en-US" noProof="0" dirty="0"/>
              <a:t>🥈 2   Agent5-DQN100-v2                          20       19       95.0%      66.5</a:t>
            </a:r>
            <a:br>
              <a:rPr lang="en-US" noProof="0" dirty="0"/>
            </a:br>
            <a:r>
              <a:rPr lang="en-US" noProof="0" dirty="0"/>
              <a:t>🥉 3   Agent6-Rules100                               20       19       95.0%      50.6</a:t>
            </a:r>
            <a:br>
              <a:rPr lang="en-US" noProof="0" dirty="0"/>
            </a:br>
            <a:r>
              <a:rPr lang="en-US" b="1" noProof="0" dirty="0"/>
              <a:t>        4   Agent5-DQN100-v3_1                     20       18       90.0%      70.6</a:t>
            </a:r>
            <a:br>
              <a:rPr lang="en-US" noProof="0" dirty="0"/>
            </a:br>
            <a:r>
              <a:rPr lang="en-US" noProof="0" dirty="0"/>
              <a:t>        5   Agent5-Rules100                               20       17       85.0%      71.2</a:t>
            </a:r>
            <a:br>
              <a:rPr lang="en-US" noProof="0" dirty="0"/>
            </a:br>
            <a:r>
              <a:rPr lang="en-US" noProof="0" dirty="0"/>
              <a:t>        6   </a:t>
            </a:r>
            <a:r>
              <a:rPr lang="en-US" noProof="0" dirty="0" err="1"/>
              <a:t>DefaultAgent</a:t>
            </a:r>
            <a:r>
              <a:rPr lang="en-US" noProof="0" dirty="0"/>
              <a:t> (Baseline)               100</a:t>
            </a:r>
            <a:br>
              <a:rPr lang="en-US" noProof="0" dirty="0"/>
            </a:br>
            <a:r>
              <a:rPr lang="en-US" noProof="0" dirty="0"/>
              <a:t>──────────────────────────────────────────────────────────</a:t>
            </a:r>
            <a:br>
              <a:rPr lang="en-US" noProof="0" dirty="0"/>
            </a:b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8861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1E49B9-44EC-858D-83F5-B3625769F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with v_3_1 testing best DQN/Rules ratio: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E25A47-004D-0E65-1E1B-A8644D842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br>
              <a:rPr lang="en-US" noProof="0" dirty="0"/>
            </a:br>
            <a:r>
              <a:rPr lang="en-US" noProof="0" dirty="0"/>
              <a:t>Rank   Agent                                                  Mix    Games    Wins   Win%     Avg Pts   </a:t>
            </a:r>
            <a:br>
              <a:rPr lang="en-US" noProof="0" dirty="0"/>
            </a:br>
            <a:r>
              <a:rPr lang="en-US" noProof="0" dirty="0"/>
              <a:t>──────────────────────────────────────────────────────────────</a:t>
            </a:r>
            <a:br>
              <a:rPr lang="en-US" noProof="0" dirty="0"/>
            </a:br>
            <a:r>
              <a:rPr lang="en-US" noProof="0" dirty="0"/>
              <a:t>🥇 1   Agent5-DQN20-Rules80           20/80        20       19       95.0%      64.2</a:t>
            </a:r>
            <a:br>
              <a:rPr lang="en-US" noProof="0" dirty="0"/>
            </a:br>
            <a:r>
              <a:rPr lang="en-US" b="1" noProof="0" dirty="0"/>
              <a:t>🥈 2   Agent5-DQN80-Rules20         80/20        20       18       90.0%      75.2</a:t>
            </a:r>
            <a:br>
              <a:rPr lang="en-US" noProof="0" dirty="0"/>
            </a:br>
            <a:r>
              <a:rPr lang="en-US" noProof="0" dirty="0"/>
              <a:t>🥉 3   Agent5-DQN50-Rules50           50/50        20       18       90.0%      67.4</a:t>
            </a:r>
            <a:br>
              <a:rPr lang="en-US" noProof="0" dirty="0"/>
            </a:br>
            <a:r>
              <a:rPr lang="en-US" noProof="0" dirty="0"/>
              <a:t>        4   Agent5-DQN100-Rules0           100/0        20       17       85.0%      60.5</a:t>
            </a:r>
            <a:br>
              <a:rPr lang="en-US" noProof="0" dirty="0"/>
            </a:br>
            <a:r>
              <a:rPr lang="en-US" noProof="0" dirty="0"/>
              <a:t>        5   </a:t>
            </a:r>
            <a:r>
              <a:rPr lang="en-US" noProof="0" dirty="0" err="1"/>
              <a:t>DefaultAgent</a:t>
            </a:r>
            <a:r>
              <a:rPr lang="en-US" noProof="0" dirty="0"/>
              <a:t> (Baseline)          Baseline</a:t>
            </a:r>
            <a:br>
              <a:rPr lang="en-US" noProof="0" dirty="0"/>
            </a:br>
            <a:r>
              <a:rPr lang="en-US" noProof="0" dirty="0"/>
              <a:t>──────────────────────────────────────────────────────────────</a:t>
            </a:r>
            <a:br>
              <a:rPr lang="en-US" noProof="0" dirty="0"/>
            </a:b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402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6C6382A-367B-2BF7-676C-A2BFD8889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Adaptive training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0FF15F-FE1B-63C5-0333-B5113D8E7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546131" cy="4351338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Automated training (50 games) and testing (10 games performance evaluation)</a:t>
            </a:r>
          </a:p>
          <a:p>
            <a:r>
              <a:rPr lang="en-US" noProof="0" dirty="0"/>
              <a:t>Ranking checkpoints </a:t>
            </a:r>
          </a:p>
          <a:p>
            <a:r>
              <a:rPr lang="en-US" noProof="0" dirty="0"/>
              <a:t>Preventing overtraining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98AAA2E-C1E8-F882-5899-D5D70FBF3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307" y="1755228"/>
            <a:ext cx="8710693" cy="510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62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C9CEF-B908-149A-747A-CF48BDDF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49D086-BF93-E4FB-9AA0-96EAEEECB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>
                <a:sym typeface="Wingdings" panose="05000000000000000000" pitchFamily="2" charset="2"/>
              </a:rPr>
              <a:t> Didn‘t work as expected</a:t>
            </a:r>
          </a:p>
          <a:p>
            <a:pPr marL="0" indent="0">
              <a:buNone/>
            </a:pPr>
            <a:r>
              <a:rPr lang="en-US" noProof="0" dirty="0">
                <a:sym typeface="Wingdings" panose="05000000000000000000" pitchFamily="2" charset="2"/>
              </a:rPr>
              <a:t> Learnings: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- early testing strategy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- more planning and less experimenting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- need of </a:t>
            </a:r>
            <a:r>
              <a:rPr lang="en-US">
                <a:sym typeface="Wingdings" panose="05000000000000000000" pitchFamily="2" charset="2"/>
              </a:rPr>
              <a:t>better documentation  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4764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Office PowerPoint</Application>
  <PresentationFormat>Breitbild</PresentationFormat>
  <Paragraphs>32</Paragraphs>
  <Slides>10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</vt:lpstr>
      <vt:lpstr>2 Angels for Charlie</vt:lpstr>
      <vt:lpstr>Recap</vt:lpstr>
      <vt:lpstr>Testing</vt:lpstr>
      <vt:lpstr>Logging - Testing  Agents </vt:lpstr>
      <vt:lpstr>PowerPoint-Präsentation</vt:lpstr>
      <vt:lpstr>Checkpoints</vt:lpstr>
      <vt:lpstr>Ranking</vt:lpstr>
      <vt:lpstr>with v_3_1 testing best DQN/Rules ratio:</vt:lpstr>
      <vt:lpstr>Adaptive training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 Bouschen</dc:creator>
  <cp:lastModifiedBy>Kira Bouschen</cp:lastModifiedBy>
  <cp:revision>1</cp:revision>
  <dcterms:created xsi:type="dcterms:W3CDTF">2025-11-02T10:06:55Z</dcterms:created>
  <dcterms:modified xsi:type="dcterms:W3CDTF">2025-11-26T11:24:33Z</dcterms:modified>
</cp:coreProperties>
</file>